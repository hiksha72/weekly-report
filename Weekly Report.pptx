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4" r:id="rId3"/>
    <p:sldId id="261" r:id="rId4"/>
    <p:sldId id="257" r:id="rId5"/>
    <p:sldId id="265" r:id="rId6"/>
    <p:sldId id="258" r:id="rId7"/>
    <p:sldId id="266" r:id="rId8"/>
    <p:sldId id="262" r:id="rId9"/>
    <p:sldId id="263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459D10D-B2EA-4EED-839E-2304070375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Hikmat Shahi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6AFA107-F2CA-4570-86E8-72FC047950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6BCB3-E990-4436-8F18-5F6B8CF168E7}" type="datetimeFigureOut">
              <a:rPr lang="de-DE" smtClean="0"/>
              <a:t>14.10.2021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6C9486-0C61-44E6-8ED6-B0C258DDC8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3E4B14-8515-4FCE-B6BD-9AAC467CC9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C0DED6-F11F-4088-81E2-3101B532A16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6430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Hikmat Shahi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C6CC3-78C0-4DA0-90EB-A6AE213FC6BD}" type="datetimeFigureOut">
              <a:rPr lang="de-DE" smtClean="0"/>
              <a:t>14.10.2021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2557-9B7F-4483-BF19-1FB6FF262ED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2516266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85B61C-DFCA-4135-8190-FD1D793FC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F46CE4-F622-43F0-83CD-C3145299C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77A6E6-BF9D-4E35-8E66-3E74FC75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068B-ACAB-44D9-A532-37CB90C8536A}" type="datetime1">
              <a:rPr lang="de-DE" smtClean="0"/>
              <a:t>14.10.2021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E3538A-BF8E-4A16-8910-575CC21E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2AD6AE-2D58-479F-8E4B-6F184EEE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570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DFBEF-35E0-4710-B849-EDEDCA654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F32FAA-C7E0-4ECD-94D2-7F1B333A1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650F4A-3268-4649-8CD6-1A17730C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7B642-02E8-497F-9BAC-21FBD9F04061}" type="datetime1">
              <a:rPr lang="de-DE" smtClean="0"/>
              <a:t>14.10.2021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6BEB86-3EAC-4CCD-9F5F-B13E0153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E78F5A-C037-4123-BEB9-AAAD5CF6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421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532F4-EBEA-418A-8FD7-2B27B125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7D9660-5F6E-41B4-97BB-E8D0E4AD9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DB7189-D218-427F-8DA6-58B7DEAD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AEFBB-4BCB-45CB-B865-816F4DFD412B}" type="datetime1">
              <a:rPr lang="de-DE" smtClean="0"/>
              <a:t>14.10.2021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5A48EF-A5CD-4C7A-9B12-99AF8905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4B8985-978A-409B-A377-998B1D58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86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208A3-CCD5-48B9-9361-7014179D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72B7CB-52F0-41A1-A5DB-4EF27EBDF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4A8739-32B4-44F5-8AB1-BB95CB86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CC83F4-6C2A-4775-BDE6-D48FC070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C4BC6-B1A5-49E2-A0E1-F384CB8D7381}" type="datetime1">
              <a:rPr lang="de-DE" smtClean="0"/>
              <a:t>14.10.2021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D69332-EEE7-43ED-8837-7EE1C725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5A2846-9E5D-4DE5-8EAF-B9A58AA2D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07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3CBFFE-5489-4270-924D-2789ECF44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80CC49-0B02-4B47-8AFB-3437DD400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582856-2663-42F4-9E2A-51D1E9330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BE957C2-EE50-4C58-9FCA-87D0D05DA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421EC39-49D9-4930-9859-5A76B287A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7AB1638-529F-4709-AF47-1998A0D54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6B27A-17A1-458F-A828-9F68D9A18D1B}" type="datetime1">
              <a:rPr lang="de-DE" smtClean="0"/>
              <a:t>14.10.2021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469F01-097E-431D-88FF-BB5AFB41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4E59CEB-ADFF-4F5C-A6D3-F4AB8781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034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AA556D-5079-428C-8AE4-5984A0FE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174FF5-2EC5-45C2-8DDD-81FAD630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85F5-310A-4D45-ABBC-CA772DC48B39}" type="datetime1">
              <a:rPr lang="de-DE" smtClean="0"/>
              <a:t>14.10.2021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90A277-F80F-41F0-AAB7-80226581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6932EE-4BD8-4582-AE93-7D5F4173B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56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1C7582E-195E-49C5-8B2D-0C02CF0E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BACE4-0AAB-4504-9D7C-761848FBEBAC}" type="datetime1">
              <a:rPr lang="de-DE" smtClean="0"/>
              <a:t>14.10.2021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F664CB-D3C1-4291-AF85-17743227C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D9BBF7-13D1-4997-B656-7A5E901B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538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4F58CF-F7D1-42CE-A6F7-B9471F9E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DF5DF9-2F5D-4ED3-89C8-E6EDA1E84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7998AB-BE76-4B20-9E96-4094CA4C4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FD0709-175E-4DAB-835D-0148976A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30A3-02BC-4EC7-97C4-FE0B9CD71C0D}" type="datetime1">
              <a:rPr lang="de-DE" smtClean="0"/>
              <a:t>14.10.2021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E17783-07A6-4096-B18B-1EEA9CE9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D64E8B-BBEB-4787-B8CE-4EA16B96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880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C59C4C-338D-4873-8F19-84CE85BE7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459FCB8-7D66-419A-BCEE-5F1A197CC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B93F9D-3662-49B1-B1EB-705964A42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4BE810-B437-47F2-8FD0-BE3245B45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5A0B-F684-4355-829F-82A86528EEF2}" type="datetime1">
              <a:rPr lang="de-DE" smtClean="0"/>
              <a:t>14.10.2021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110AB5-E8BC-417E-B2A0-31FED647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5F0C35-0049-49CD-B1D4-6C74D7B9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349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2F679-7E55-43A6-B206-A80C3D32A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1659DF-79B4-4F04-8E19-3D5B0191B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16BE37-022C-4F16-A339-B0E084F1A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D0DEE-82A9-436D-BE0F-1805C1418FB9}" type="datetime1">
              <a:rPr lang="de-DE" smtClean="0"/>
              <a:t>14.10.2021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DB9303-3DDD-4F77-9089-7FFA85540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013DE0-5D17-4755-B2C2-C7D6DF38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082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580CE31-2554-4EFB-A21D-468B90896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3766D9-D9F6-4022-BC91-F0C4CFCC8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366B78-E17E-4901-AA10-41938B04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6651-E824-4674-9E0B-9C4809F1056D}" type="datetime1">
              <a:rPr lang="de-DE" smtClean="0"/>
              <a:t>14.10.2021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DAA5D0-9371-4396-AB06-8C05E47C9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1906AA-22E0-4406-AD5D-732E4135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77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B282F9F-3CB0-4878-9463-2163646E1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94393E-8F10-4A60-925C-AC12890B8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D56591-F5CC-41EE-9522-6B09B6107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70BBC-0FDA-4167-84F3-F476E6CD2615}" type="datetime1">
              <a:rPr lang="de-DE" smtClean="0"/>
              <a:t>14.10.2021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841064-330B-4B1C-9768-D7BA55410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433150-DAFC-474F-BEAD-DC924808E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EF18E-B0F0-4A0F-B020-67B7726C386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538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692D9-A858-4EE8-A06E-19C609AC5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205" y="2766218"/>
            <a:ext cx="3516983" cy="1325563"/>
          </a:xfrm>
        </p:spPr>
        <p:txBody>
          <a:bodyPr/>
          <a:lstStyle/>
          <a:p>
            <a:r>
              <a:rPr lang="de-DE" b="1" dirty="0"/>
              <a:t>Weekly Report</a:t>
            </a:r>
            <a:br>
              <a:rPr lang="de-DE" b="1" dirty="0"/>
            </a:br>
            <a:r>
              <a:rPr lang="de-DE" b="1" dirty="0"/>
              <a:t>        </a:t>
            </a:r>
            <a:r>
              <a:rPr lang="de-DE" sz="2000" b="1" dirty="0"/>
              <a:t>14.10.2021</a:t>
            </a:r>
            <a:endParaRPr lang="de-DE" b="1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9384685-22B5-4295-9139-9ACF43F74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039" y="324021"/>
            <a:ext cx="3370878" cy="1407769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4FD7162-1F51-42AA-B4B0-B43ECCCCCD3E}"/>
              </a:ext>
            </a:extLst>
          </p:cNvPr>
          <p:cNvSpPr txBox="1"/>
          <p:nvPr/>
        </p:nvSpPr>
        <p:spPr>
          <a:xfrm>
            <a:off x="0" y="6174557"/>
            <a:ext cx="15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Hikmat Shahi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746AF19-F801-420C-AF28-C258C303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81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692D9-A858-4EE8-A06E-19C609AC5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6915"/>
            <a:ext cx="10515600" cy="1325563"/>
          </a:xfrm>
        </p:spPr>
        <p:txBody>
          <a:bodyPr/>
          <a:lstStyle/>
          <a:p>
            <a:r>
              <a:rPr lang="de-DE" b="1" dirty="0"/>
              <a:t>Agenda this week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4FD7162-1F51-42AA-B4B0-B43ECCCCCD3E}"/>
              </a:ext>
            </a:extLst>
          </p:cNvPr>
          <p:cNvSpPr txBox="1"/>
          <p:nvPr/>
        </p:nvSpPr>
        <p:spPr>
          <a:xfrm>
            <a:off x="0" y="6174557"/>
            <a:ext cx="15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Hikmat Shahi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50516E5-7613-418A-984E-4C3AC9AB7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950590"/>
            <a:ext cx="5181600" cy="1094934"/>
          </a:xfrm>
        </p:spPr>
        <p:txBody>
          <a:bodyPr/>
          <a:lstStyle/>
          <a:p>
            <a:r>
              <a:rPr lang="de-DE" dirty="0"/>
              <a:t>First iteration</a:t>
            </a:r>
          </a:p>
        </p:txBody>
      </p:sp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D90427DA-7139-44E8-9B09-50C3C55A3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239" y="340954"/>
            <a:ext cx="1535291" cy="641179"/>
          </a:xfrm>
          <a:prstGeom prst="rect">
            <a:avLst/>
          </a:prstGeom>
        </p:spPr>
      </p:pic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415602A5-B042-4337-AE04-60EAC674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508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4A4D2-C3E2-49FB-A8D6-2D5F9DB4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270" y="1007514"/>
            <a:ext cx="8315227" cy="641179"/>
          </a:xfrm>
        </p:spPr>
        <p:txBody>
          <a:bodyPr>
            <a:normAutofit fontScale="90000"/>
          </a:bodyPr>
          <a:lstStyle/>
          <a:p>
            <a:pPr algn="ctr"/>
            <a:r>
              <a:rPr lang="de-DE" b="1" dirty="0"/>
              <a:t>Summary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20A8B214-3D20-4424-9B8D-AB774066A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594952"/>
              </p:ext>
            </p:extLst>
          </p:nvPr>
        </p:nvGraphicFramePr>
        <p:xfrm>
          <a:off x="2380126" y="1761870"/>
          <a:ext cx="8402807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7">
                  <a:extLst>
                    <a:ext uri="{9D8B030D-6E8A-4147-A177-3AD203B41FA5}">
                      <a16:colId xmlns:a16="http://schemas.microsoft.com/office/drawing/2014/main" val="3666644862"/>
                    </a:ext>
                  </a:extLst>
                </a:gridCol>
                <a:gridCol w="1493600">
                  <a:extLst>
                    <a:ext uri="{9D8B030D-6E8A-4147-A177-3AD203B41FA5}">
                      <a16:colId xmlns:a16="http://schemas.microsoft.com/office/drawing/2014/main" val="1811810150"/>
                    </a:ext>
                  </a:extLst>
                </a:gridCol>
                <a:gridCol w="1441686">
                  <a:extLst>
                    <a:ext uri="{9D8B030D-6E8A-4147-A177-3AD203B41FA5}">
                      <a16:colId xmlns:a16="http://schemas.microsoft.com/office/drawing/2014/main" val="1270678889"/>
                    </a:ext>
                  </a:extLst>
                </a:gridCol>
                <a:gridCol w="1940007">
                  <a:extLst>
                    <a:ext uri="{9D8B030D-6E8A-4147-A177-3AD203B41FA5}">
                      <a16:colId xmlns:a16="http://schemas.microsoft.com/office/drawing/2014/main" val="1577347386"/>
                    </a:ext>
                  </a:extLst>
                </a:gridCol>
                <a:gridCol w="1940007">
                  <a:extLst>
                    <a:ext uri="{9D8B030D-6E8A-4147-A177-3AD203B41FA5}">
                      <a16:colId xmlns:a16="http://schemas.microsoft.com/office/drawing/2014/main" val="80295392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de-DE" sz="1800" dirty="0"/>
                        <a:t>Type of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Design Objectiv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 Mass of the 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 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375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Aerodynamik load (2g)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 Min. Weight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1.184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27,6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15,33 %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88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Aerodynamik load (2g)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Max. Displacement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1,697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28,2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15,67%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94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Aerodynamik load (4g)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Min.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1,516 kg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32,1 cm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17,83%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11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Aerodynamik load (4g)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Max. 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1,697 kg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32,4 cm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912531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917847F4-B2B1-426C-9530-DA8F3D2AB9AC}"/>
              </a:ext>
            </a:extLst>
          </p:cNvPr>
          <p:cNvSpPr txBox="1"/>
          <p:nvPr/>
        </p:nvSpPr>
        <p:spPr>
          <a:xfrm>
            <a:off x="0" y="6315959"/>
            <a:ext cx="15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Hikmat Shahi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37CA255E-4290-4D3C-86F6-3EC5AA424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239" y="340954"/>
            <a:ext cx="1535291" cy="641179"/>
          </a:xfr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046060-A15F-4E78-BC92-153A6851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545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F2837ABB-553A-4DD0-BC21-DF923654F91E}"/>
              </a:ext>
            </a:extLst>
          </p:cNvPr>
          <p:cNvSpPr txBox="1"/>
          <p:nvPr/>
        </p:nvSpPr>
        <p:spPr>
          <a:xfrm>
            <a:off x="0" y="6392999"/>
            <a:ext cx="15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Hikmat Shahi</a:t>
            </a:r>
          </a:p>
        </p:txBody>
      </p:sp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6C32FD92-F4D9-4B0C-A0BD-498A88F17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239" y="340954"/>
            <a:ext cx="1535291" cy="641179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EFBADF0-8937-4FB8-A628-619160C9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4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11BFFD6-08AD-493C-B0AC-0C2B1E571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59497"/>
            <a:ext cx="10058400" cy="502106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F5614F75-D933-47C7-8844-8B7BC738022D}"/>
              </a:ext>
            </a:extLst>
          </p:cNvPr>
          <p:cNvSpPr/>
          <p:nvPr/>
        </p:nvSpPr>
        <p:spPr>
          <a:xfrm>
            <a:off x="7736701" y="1522341"/>
            <a:ext cx="2516957" cy="8201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1"/>
                </a:solidFill>
              </a:rPr>
              <a:t>Mass : 1,184 kg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5007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F2837ABB-553A-4DD0-BC21-DF923654F91E}"/>
              </a:ext>
            </a:extLst>
          </p:cNvPr>
          <p:cNvSpPr txBox="1"/>
          <p:nvPr/>
        </p:nvSpPr>
        <p:spPr>
          <a:xfrm>
            <a:off x="0" y="6392999"/>
            <a:ext cx="15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Hikmat Shahi</a:t>
            </a:r>
          </a:p>
        </p:txBody>
      </p:sp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6C32FD92-F4D9-4B0C-A0BD-498A88F17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239" y="340954"/>
            <a:ext cx="1535291" cy="641179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75861F3-3D10-421B-AD39-CF3B7F30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5</a:t>
            </a:fld>
            <a:endParaRPr lang="de-DE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000EA946-B8FE-44B0-A44B-BCE434284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00" y="1102936"/>
            <a:ext cx="9980999" cy="5074027"/>
          </a:xfr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F5614F75-D933-47C7-8844-8B7BC738022D}"/>
              </a:ext>
            </a:extLst>
          </p:cNvPr>
          <p:cNvSpPr/>
          <p:nvPr/>
        </p:nvSpPr>
        <p:spPr>
          <a:xfrm>
            <a:off x="7397336" y="1494061"/>
            <a:ext cx="2516957" cy="8201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1"/>
                </a:solidFill>
              </a:rPr>
              <a:t>Mass : 1,697 kg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2562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F611974-8B15-4A7F-8EA0-3DD89B48C69A}"/>
              </a:ext>
            </a:extLst>
          </p:cNvPr>
          <p:cNvSpPr txBox="1"/>
          <p:nvPr/>
        </p:nvSpPr>
        <p:spPr>
          <a:xfrm>
            <a:off x="0" y="6315959"/>
            <a:ext cx="15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Hikmat Shahi</a:t>
            </a:r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DB2361F2-8EFF-4E41-A679-AAFBCF53D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239" y="340954"/>
            <a:ext cx="1535291" cy="641179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AD41531-DA8D-41E9-9569-F4098F7F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6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B7BFC2-DC13-49D2-843C-4794C7906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150" y="1074656"/>
            <a:ext cx="10026650" cy="5241303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80DEB318-2949-4A35-88C6-E6B6AC3100B2}"/>
              </a:ext>
            </a:extLst>
          </p:cNvPr>
          <p:cNvSpPr/>
          <p:nvPr/>
        </p:nvSpPr>
        <p:spPr>
          <a:xfrm>
            <a:off x="7473535" y="1578728"/>
            <a:ext cx="2516957" cy="8201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1"/>
                </a:solidFill>
              </a:rPr>
              <a:t>Mass : 1,516 kg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7740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F611974-8B15-4A7F-8EA0-3DD89B48C69A}"/>
              </a:ext>
            </a:extLst>
          </p:cNvPr>
          <p:cNvSpPr txBox="1"/>
          <p:nvPr/>
        </p:nvSpPr>
        <p:spPr>
          <a:xfrm>
            <a:off x="0" y="6315959"/>
            <a:ext cx="15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Hikmat Shahi</a:t>
            </a:r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DB2361F2-8EFF-4E41-A679-AAFBCF53D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239" y="340954"/>
            <a:ext cx="1535291" cy="641179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5F8AC69-2D14-4714-A24F-79792547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7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50A7B3C-1852-4592-B256-A648874DE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150" y="1206632"/>
            <a:ext cx="10026650" cy="4981117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80DEB318-2949-4A35-88C6-E6B6AC3100B2}"/>
              </a:ext>
            </a:extLst>
          </p:cNvPr>
          <p:cNvSpPr/>
          <p:nvPr/>
        </p:nvSpPr>
        <p:spPr>
          <a:xfrm>
            <a:off x="7596084" y="1456179"/>
            <a:ext cx="2516957" cy="8201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1"/>
                </a:solidFill>
              </a:rPr>
              <a:t>Mass : 1,697 kg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7454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5609D6-30D8-4B7E-841D-2BCDA6DF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4458"/>
            <a:ext cx="4097867" cy="1325563"/>
          </a:xfrm>
        </p:spPr>
        <p:txBody>
          <a:bodyPr/>
          <a:lstStyle/>
          <a:p>
            <a:r>
              <a:rPr lang="de-DE" dirty="0"/>
              <a:t>Next step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EED877-66D8-45D0-93B2-AB46A19F4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9000"/>
            <a:ext cx="6646682" cy="1325563"/>
          </a:xfrm>
        </p:spPr>
        <p:txBody>
          <a:bodyPr>
            <a:normAutofit fontScale="62500" lnSpcReduction="20000"/>
          </a:bodyPr>
          <a:lstStyle/>
          <a:p>
            <a:r>
              <a:rPr lang="de-DE" dirty="0"/>
              <a:t>Script to collect the data from output file</a:t>
            </a:r>
          </a:p>
          <a:p>
            <a:r>
              <a:rPr lang="de-DE" dirty="0"/>
              <a:t>Variation on model</a:t>
            </a:r>
          </a:p>
          <a:p>
            <a:r>
              <a:rPr lang="de-DE" dirty="0"/>
              <a:t>Collect data for the evaluation of the model</a:t>
            </a:r>
          </a:p>
          <a:p>
            <a:r>
              <a:rPr lang="de-DE" dirty="0"/>
              <a:t>Optimal Design</a:t>
            </a:r>
          </a:p>
          <a:p>
            <a:endParaRPr lang="de-DE" dirty="0"/>
          </a:p>
        </p:txBody>
      </p:sp>
      <p:sp>
        <p:nvSpPr>
          <p:cNvPr id="5" name="Pfeil: gestreift nach rechts 4">
            <a:extLst>
              <a:ext uri="{FF2B5EF4-FFF2-40B4-BE49-F238E27FC236}">
                <a16:creationId xmlns:a16="http://schemas.microsoft.com/office/drawing/2014/main" id="{8449B20D-9422-4E5C-B4DD-E0421F663B32}"/>
              </a:ext>
            </a:extLst>
          </p:cNvPr>
          <p:cNvSpPr/>
          <p:nvPr/>
        </p:nvSpPr>
        <p:spPr>
          <a:xfrm>
            <a:off x="3254169" y="2248415"/>
            <a:ext cx="810705" cy="556181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6A1E4C1-4EA6-4785-BD8D-168810F2676B}"/>
              </a:ext>
            </a:extLst>
          </p:cNvPr>
          <p:cNvSpPr txBox="1"/>
          <p:nvPr/>
        </p:nvSpPr>
        <p:spPr>
          <a:xfrm>
            <a:off x="0" y="6315959"/>
            <a:ext cx="15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Hikmat Shahi</a:t>
            </a:r>
          </a:p>
        </p:txBody>
      </p:sp>
      <p:pic>
        <p:nvPicPr>
          <p:cNvPr id="8" name="Inhaltsplatzhalter 4">
            <a:extLst>
              <a:ext uri="{FF2B5EF4-FFF2-40B4-BE49-F238E27FC236}">
                <a16:creationId xmlns:a16="http://schemas.microsoft.com/office/drawing/2014/main" id="{861EAB66-0232-4984-8D82-A18D18118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239" y="340954"/>
            <a:ext cx="1535291" cy="641179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A643E6-A3EF-49FD-9AFC-BAEEFCCD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4249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86A1E4C1-4EA6-4785-BD8D-168810F2676B}"/>
              </a:ext>
            </a:extLst>
          </p:cNvPr>
          <p:cNvSpPr txBox="1"/>
          <p:nvPr/>
        </p:nvSpPr>
        <p:spPr>
          <a:xfrm>
            <a:off x="0" y="6315959"/>
            <a:ext cx="1593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Hikmat Shahi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CF7BB77-A608-4A4C-A3C5-F8086C3B2615}"/>
              </a:ext>
            </a:extLst>
          </p:cNvPr>
          <p:cNvSpPr txBox="1"/>
          <p:nvPr/>
        </p:nvSpPr>
        <p:spPr>
          <a:xfrm>
            <a:off x="3991989" y="3857134"/>
            <a:ext cx="4930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Thank you for your attention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F057E46-5E19-4727-AA13-021712386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239" y="340954"/>
            <a:ext cx="1535291" cy="641179"/>
          </a:xfr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0312809-48DB-447D-AED0-EBDDB26A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EF18E-B0F0-4A0F-B020-67B7726C386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135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Weekly Report         14.10.2021</vt:lpstr>
      <vt:lpstr>Agenda this week</vt:lpstr>
      <vt:lpstr>Summary</vt:lpstr>
      <vt:lpstr>PowerPoint Presentation</vt:lpstr>
      <vt:lpstr>PowerPoint Presentation</vt:lpstr>
      <vt:lpstr>PowerPoint Presentation</vt:lpstr>
      <vt:lpstr>PowerPoint Presentation</vt:lpstr>
      <vt:lpstr>Next step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Shahi, Hikmat</dc:creator>
  <cp:lastModifiedBy>Shahi, Hikmat</cp:lastModifiedBy>
  <cp:revision>39</cp:revision>
  <dcterms:created xsi:type="dcterms:W3CDTF">2021-09-23T22:47:13Z</dcterms:created>
  <dcterms:modified xsi:type="dcterms:W3CDTF">2021-10-14T17:00:05Z</dcterms:modified>
</cp:coreProperties>
</file>